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61" r:id="rId3"/>
    <p:sldId id="257" r:id="rId4"/>
    <p:sldId id="258" r:id="rId5"/>
    <p:sldId id="259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74AF4-8E54-1DE6-4716-986987CB9C6B}" v="929" dt="2025-10-09T12:49:31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57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81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1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46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59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85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2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02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303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125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59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3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27" r:id="rId6"/>
    <p:sldLayoutId id="2147483723" r:id="rId7"/>
    <p:sldLayoutId id="2147483724" r:id="rId8"/>
    <p:sldLayoutId id="2147483725" r:id="rId9"/>
    <p:sldLayoutId id="2147483726" r:id="rId10"/>
    <p:sldLayoutId id="2147483728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7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5.png"/><Relationship Id="rId5" Type="http://schemas.microsoft.com/office/2007/relationships/media" Target="../media/media3.mp4"/><Relationship Id="rId10" Type="http://schemas.openxmlformats.org/officeDocument/2006/relationships/image" Target="../media/image4.png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6072" cy="1804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727F8-D09C-C9C5-E39F-BF36566D5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52" y="2321287"/>
            <a:ext cx="3286374" cy="331537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1740090"/>
            <a:ext cx="7765922" cy="442752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94634" y="2138902"/>
            <a:ext cx="6754447" cy="1139172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000" b="1" dirty="0" err="1"/>
              <a:t>FluidGPT</a:t>
            </a:r>
            <a:r>
              <a:rPr lang="en-US" sz="2000" b="1" dirty="0"/>
              <a:t>; Foundational Navier Stokes modelling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75380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4637" y="3283889"/>
            <a:ext cx="6754446" cy="2490705"/>
          </a:xfrm>
        </p:spPr>
        <p:txBody>
          <a:bodyPr vert="horz" lIns="109728" tIns="109728" rIns="109728" bIns="91440" rtlCol="0" anchor="t"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Deterministic VS Probabilistic PDE Modelling</a:t>
            </a:r>
          </a:p>
          <a:p>
            <a:pPr>
              <a:lnSpc>
                <a:spcPct val="130000"/>
              </a:lnSpc>
            </a:pPr>
            <a:endParaRPr lang="en-US" sz="17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lang="en-US" sz="17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lang="en-US" sz="17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MSc Grad. Tom Harmsen</a:t>
            </a:r>
            <a:endParaRPr lang="en-US" sz="1700" dirty="0" err="1">
              <a:solidFill>
                <a:schemeClr val="tx1">
                  <a:lumMod val="75000"/>
                  <a:lumOff val="25000"/>
                </a:schemeClr>
              </a:solidFill>
              <a:ea typeface="Meiryo"/>
            </a:endParaRPr>
          </a:p>
          <a:p>
            <a:pPr>
              <a:lnSpc>
                <a:spcPct val="130000"/>
              </a:lnSpc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supervised by Vlado </a:t>
            </a:r>
            <a:r>
              <a:rPr lang="en-US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Menkovski</a:t>
            </a:r>
            <a:endParaRPr lang="en-US" sz="1700">
              <a:solidFill>
                <a:schemeClr val="tx1">
                  <a:lumMod val="75000"/>
                  <a:lumOff val="25000"/>
                </a:schemeClr>
              </a:solidFill>
              <a:ea typeface="Meiryo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49" y="6167615"/>
            <a:ext cx="12192001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4CA89-8E5C-561B-00CD-48FBD65A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B713B5-7A6C-9FD2-C82F-72B09DE83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6F33F-85D0-8DCA-4D93-FE08D9F8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  <a:ea typeface="Meiryo"/>
                <a:cs typeface="Calibri"/>
              </a:rPr>
              <a:t>FluidGPT</a:t>
            </a:r>
            <a:r>
              <a:rPr lang="en-US" dirty="0">
                <a:solidFill>
                  <a:schemeClr val="tx1"/>
                </a:solidFill>
                <a:ea typeface="Meiryo"/>
                <a:cs typeface="Calibri"/>
              </a:rPr>
              <a:t>; Datasets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BA2E0B-7A58-0BC1-56F0-BFF643002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B276B-A49B-8EE9-5E02-84DAE5900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6038761" cy="3426158"/>
          </a:xfrm>
        </p:spPr>
        <p:txBody>
          <a:bodyPr anchor="t"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Traditional PDE solving very slow</a:t>
            </a:r>
            <a:endParaRPr lang="en-US" sz="1400" b="0" dirty="0">
              <a:latin typeface="Meiryo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400" b="0" dirty="0">
              <a:solidFill>
                <a:srgbClr val="000000"/>
              </a:solidFill>
              <a:latin typeface="Meiryo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~20TB raw data from 9 different Navier Stokes datasets</a:t>
            </a:r>
            <a:endParaRPr lang="en-US" sz="1400" b="0" dirty="0">
              <a:latin typeface="Meiryo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Only Velocity vectors passed to model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400" b="0" dirty="0">
              <a:solidFill>
                <a:srgbClr val="000000"/>
              </a:solidFill>
              <a:latin typeface="Meiryo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Compressible/Incompressible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Different </a:t>
            </a:r>
            <a:r>
              <a:rPr lang="en-US" sz="1400" b="0" dirty="0" err="1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initialisation</a:t>
            </a: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 methods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Different solvers/sources</a:t>
            </a:r>
            <a:endParaRPr lang="en-US" sz="1400" b="0" i="0" dirty="0">
              <a:solidFill>
                <a:srgbClr val="000000"/>
              </a:solidFill>
              <a:latin typeface="Meiryo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Turbulent/Laminar flow and different simulation parameters (viscosity terms, pressure, density, etc.)</a:t>
            </a:r>
            <a:endParaRPr lang="en-US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Different boundary conditions</a:t>
            </a:r>
            <a:endParaRPr lang="en-US" sz="1400" b="0" i="0" dirty="0">
              <a:solidFill>
                <a:srgbClr val="000000"/>
              </a:solidFill>
              <a:latin typeface="Meiryo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With/without forcing term</a:t>
            </a:r>
            <a:endParaRPr lang="en-US" sz="1400" b="0" i="0" dirty="0">
              <a:solidFill>
                <a:srgbClr val="000000"/>
              </a:solidFill>
              <a:latin typeface="Meiryo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400" b="0" dirty="0">
              <a:solidFill>
                <a:srgbClr val="000000"/>
              </a:solidFill>
              <a:latin typeface="Meiryo"/>
              <a:ea typeface="Calibri"/>
              <a:cs typeface="Calibri"/>
            </a:endParaRPr>
          </a:p>
          <a:p>
            <a:pPr marL="523875" lvl="2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100" b="0" i="0" dirty="0">
              <a:solidFill>
                <a:srgbClr val="404040"/>
              </a:solidFill>
              <a:latin typeface="Meiryo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2000" b="0" i="0" dirty="0">
              <a:latin typeface="Meiryo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0" dirty="0">
              <a:latin typeface="Meiryo"/>
              <a:ea typeface="Calibri"/>
              <a:cs typeface="Calibri"/>
            </a:endParaRPr>
          </a:p>
        </p:txBody>
      </p:sp>
      <p:pic>
        <p:nvPicPr>
          <p:cNvPr id="4" name="Picture 3" descr="A math equations with numbers and symbols&#10;&#10;AI-generated content may be incorrect.">
            <a:extLst>
              <a:ext uri="{FF2B5EF4-FFF2-40B4-BE49-F238E27FC236}">
                <a16:creationId xmlns:a16="http://schemas.microsoft.com/office/drawing/2014/main" id="{1C325EF3-C747-2336-18EA-5B59EBCCD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970" y="3433011"/>
            <a:ext cx="451485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B2FE7-9BBC-32D4-705A-360E2767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  <a:ea typeface="Meiryo"/>
                <a:cs typeface="Calibri"/>
              </a:rPr>
              <a:t>FluidGPT</a:t>
            </a:r>
            <a:r>
              <a:rPr lang="en-US" dirty="0">
                <a:solidFill>
                  <a:schemeClr val="tx1"/>
                </a:solidFill>
                <a:ea typeface="Meiryo"/>
                <a:cs typeface="Calibri"/>
              </a:rPr>
              <a:t>;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1A2BA-E4A2-1FF4-6B44-940E0B071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5151368" cy="3426158"/>
          </a:xfrm>
        </p:spPr>
        <p:txBody>
          <a:bodyPr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503020204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New auto-regressive transformer model (Swin + </a:t>
            </a:r>
            <a:r>
              <a:rPr lang="en-US" sz="1400" b="0" dirty="0" err="1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Unet</a:t>
            </a: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)</a:t>
            </a:r>
            <a:endParaRPr lang="en-US" sz="1400" b="0" dirty="0">
              <a:latin typeface="Meiryo"/>
              <a:ea typeface="Calibri"/>
              <a:cs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503020204020204" pitchFamily="34" charset="0"/>
              <a:buChar char="•"/>
            </a:pPr>
            <a:r>
              <a:rPr lang="en-US" sz="1400" b="0" dirty="0" err="1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Generalisability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503020204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  <a:latin typeface="Meiryo"/>
                <a:ea typeface="Calibri"/>
                <a:cs typeface="Calibri"/>
              </a:rPr>
              <a:t>Time-bundling for temporal stability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503020204020204" pitchFamily="34" charset="0"/>
              <a:buChar char="•"/>
            </a:pPr>
            <a:endParaRPr lang="en-US" sz="1400" b="0" i="0" dirty="0">
              <a:solidFill>
                <a:srgbClr val="000000"/>
              </a:solidFill>
              <a:latin typeface="Meiryo"/>
              <a:ea typeface="Calibri"/>
              <a:cs typeface="Calibri"/>
            </a:endParaRPr>
          </a:p>
          <a:p>
            <a:pPr marL="523875" lvl="2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100" i="0" dirty="0">
              <a:latin typeface="Meiryo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endParaRPr lang="en-US" sz="2000" b="0" dirty="0">
              <a:latin typeface="Meiryo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0" dirty="0">
              <a:latin typeface="Meiryo"/>
              <a:ea typeface="Calibri"/>
              <a:cs typeface="Calibri"/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4F2F095-328B-A2F0-6DEC-2582DCAEB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407" y="2407984"/>
            <a:ext cx="5507182" cy="444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7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2E8CD4E-6381-4807-AA5B-CE0024A8B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8445F8-F032-43C9-8D0F-A5155F525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59"/>
            <a:ext cx="5538555" cy="28870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media1">
            <a:hlinkClick r:id="" action="ppaction://media"/>
            <a:extLst>
              <a:ext uri="{FF2B5EF4-FFF2-40B4-BE49-F238E27FC236}">
                <a16:creationId xmlns:a16="http://schemas.microsoft.com/office/drawing/2014/main" id="{50CC7E07-01A2-3978-74F3-0456488BEE4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41179" y="1057881"/>
            <a:ext cx="5212080" cy="173301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6A325B5-56A3-425A-B9A3-0CEB7CA1B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2" y="480060"/>
            <a:ext cx="5538555" cy="2887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media2">
            <a:hlinkClick r:id="" action="ppaction://media"/>
            <a:extLst>
              <a:ext uri="{FF2B5EF4-FFF2-40B4-BE49-F238E27FC236}">
                <a16:creationId xmlns:a16="http://schemas.microsoft.com/office/drawing/2014/main" id="{C9FE19C3-6B94-7F4C-02C1-D97C3B32870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339669" y="1057881"/>
            <a:ext cx="5212080" cy="173301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80DE958-9D45-4CAD-BF1F-FA2ED970B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3" y="3527956"/>
            <a:ext cx="5538554" cy="2849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edia3">
            <a:hlinkClick r:id="" action="ppaction://media"/>
            <a:extLst>
              <a:ext uri="{FF2B5EF4-FFF2-40B4-BE49-F238E27FC236}">
                <a16:creationId xmlns:a16="http://schemas.microsoft.com/office/drawing/2014/main" id="{206DCFA7-F4C0-BE97-7DFF-34516CAF318F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41179" y="4067103"/>
            <a:ext cx="5212080" cy="173301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B93B4BF-AD35-4E52-8131-161C5FB9C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2" y="3527956"/>
            <a:ext cx="5538555" cy="2849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edia4">
            <a:hlinkClick r:id="" action="ppaction://media"/>
            <a:extLst>
              <a:ext uri="{FF2B5EF4-FFF2-40B4-BE49-F238E27FC236}">
                <a16:creationId xmlns:a16="http://schemas.microsoft.com/office/drawing/2014/main" id="{2C6CF74E-269A-89BC-4F35-48A1E87E6049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6339669" y="4086440"/>
            <a:ext cx="5212080" cy="173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3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>
                <p:cTn id="19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2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3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ED3DB-4C06-B508-ED55-01A51F724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50" y="705113"/>
            <a:ext cx="3659851" cy="5197498"/>
          </a:xfrm>
        </p:spPr>
        <p:txBody>
          <a:bodyPr/>
          <a:lstStyle/>
          <a:p>
            <a:pPr algn="ctr"/>
            <a:r>
              <a:rPr lang="en-US" dirty="0">
                <a:ea typeface="Meiryo"/>
              </a:rPr>
              <a:t>Probabilistic VS deterministic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153998-25BD-B322-976D-8F58224E9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ea typeface="Meiryo"/>
            </a:endParaRPr>
          </a:p>
          <a:p>
            <a:endParaRPr lang="en-US" dirty="0">
              <a:ea typeface="Meiryo"/>
            </a:endParaRPr>
          </a:p>
          <a:p>
            <a:endParaRPr lang="en-US" dirty="0">
              <a:ea typeface="Meiryo"/>
            </a:endParaRPr>
          </a:p>
          <a:p>
            <a:endParaRPr lang="en-US" dirty="0">
              <a:ea typeface="Meiryo"/>
            </a:endParaRPr>
          </a:p>
          <a:p>
            <a:endParaRPr lang="en-US" dirty="0">
              <a:ea typeface="Meiryo"/>
            </a:endParaRPr>
          </a:p>
          <a:p>
            <a:endParaRPr lang="en-US">
              <a:ea typeface="Meiryo"/>
            </a:endParaRPr>
          </a:p>
          <a:p>
            <a:pPr algn="ctr"/>
            <a:r>
              <a:rPr lang="en-US" dirty="0">
                <a:ea typeface="Meiryo"/>
              </a:rPr>
              <a:t>Flow matching: </a:t>
            </a:r>
          </a:p>
          <a:p>
            <a:pPr algn="ctr"/>
            <a:r>
              <a:rPr lang="en-US" dirty="0">
                <a:ea typeface="Meiryo"/>
              </a:rPr>
              <a:t>Learn velocity field from simple distribution to complex distribution and integrate as if ODE</a:t>
            </a:r>
            <a:endParaRPr lang="en-US"/>
          </a:p>
        </p:txBody>
      </p:sp>
      <p:pic>
        <p:nvPicPr>
          <p:cNvPr id="7" name="Picture 6" descr="A graph with dots and stars&#10;&#10;AI-generated content may be incorrect.">
            <a:extLst>
              <a:ext uri="{FF2B5EF4-FFF2-40B4-BE49-F238E27FC236}">
                <a16:creationId xmlns:a16="http://schemas.microsoft.com/office/drawing/2014/main" id="{0C1A5E45-EA28-2DF5-A6EE-2787DDB70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256" y="-200527"/>
            <a:ext cx="4277982" cy="427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8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FD9E4-C9C7-DF06-2AC2-D90E672B1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0887F-6269-8618-AFE5-C70144871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994D3-24B8-6BD4-6D77-E5B8EC8C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ea typeface="Meiryo"/>
                <a:cs typeface="Calibri"/>
              </a:rPr>
              <a:t>Experience with Spike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FFC3C0-9C2E-E824-B515-42EAB9152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107B0-20D2-EEB0-367A-6A3C2FDD3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6038761" cy="3426158"/>
          </a:xfrm>
        </p:spPr>
        <p:txBody>
          <a:bodyPr anchor="t"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ea typeface="Calibri"/>
                <a:cs typeface="Calibri"/>
              </a:rPr>
              <a:t>High compute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ea typeface="Calibri"/>
                <a:cs typeface="Calibri"/>
              </a:rPr>
              <a:t>Large VRAM (useful for attention-heavy tasks)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ea typeface="Calibri"/>
                <a:cs typeface="Calibri"/>
              </a:rPr>
              <a:t>High disk read-out speeds (data on disk)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ea typeface="Calibri"/>
                <a:cs typeface="Calibri"/>
              </a:rPr>
              <a:t>Large static memory (dataset storage)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400" b="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ea typeface="Calibri"/>
                <a:cs typeface="Calibri"/>
              </a:rPr>
              <a:t>Docker/</a:t>
            </a:r>
            <a:r>
              <a:rPr lang="en-US" sz="1400" b="0" dirty="0" err="1">
                <a:solidFill>
                  <a:srgbClr val="000000"/>
                </a:solidFill>
                <a:ea typeface="Calibri"/>
                <a:cs typeface="Calibri"/>
              </a:rPr>
              <a:t>kubernetes</a:t>
            </a:r>
            <a:r>
              <a:rPr lang="en-US" sz="1400" b="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 err="1">
                <a:solidFill>
                  <a:srgbClr val="000000"/>
                </a:solidFill>
                <a:ea typeface="Calibri"/>
                <a:cs typeface="Calibri"/>
              </a:rPr>
              <a:t>RunAI</a:t>
            </a:r>
            <a:r>
              <a:rPr lang="en-US" sz="1400" b="0" dirty="0">
                <a:solidFill>
                  <a:srgbClr val="000000"/>
                </a:solidFill>
                <a:ea typeface="Calibri"/>
                <a:cs typeface="Calibri"/>
              </a:rPr>
              <a:t> GUI/CLI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ea typeface="Calibri"/>
                <a:cs typeface="Calibri"/>
              </a:rPr>
              <a:t>Define W&amp;B key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ea typeface="Calibri"/>
                <a:cs typeface="Calibri"/>
              </a:rPr>
              <a:t>SSH containers port-forwarding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ea typeface="Calibri"/>
                <a:cs typeface="Calibri"/>
              </a:rPr>
              <a:t>Not ideal for code development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400" b="0" dirty="0">
                <a:solidFill>
                  <a:srgbClr val="000000"/>
                </a:solidFill>
                <a:ea typeface="Calibri"/>
                <a:cs typeface="Calibri"/>
              </a:rPr>
              <a:t>Sometimes still buggy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400" b="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400" b="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400" b="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400" b="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400" b="0" dirty="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4422337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ShojiVTI</vt:lpstr>
      <vt:lpstr>FluidGPT; Foundational Navier Stokes modelling</vt:lpstr>
      <vt:lpstr>FluidGPT; Datasets</vt:lpstr>
      <vt:lpstr>FluidGPT; Model</vt:lpstr>
      <vt:lpstr>PowerPoint Presentation</vt:lpstr>
      <vt:lpstr>Probabilistic VS deterministic</vt:lpstr>
      <vt:lpstr>Experience with Spike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267</cp:revision>
  <dcterms:created xsi:type="dcterms:W3CDTF">2025-10-09T11:31:00Z</dcterms:created>
  <dcterms:modified xsi:type="dcterms:W3CDTF">2025-10-09T12:51:23Z</dcterms:modified>
</cp:coreProperties>
</file>